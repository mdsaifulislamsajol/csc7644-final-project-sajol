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1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7006-E98E-CC57-58B7-3CE6028A8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F04D0-EE8E-9CD1-39B2-72EC2A324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5D124-1941-C926-AA63-B578E5863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8F9ED-BDA3-1D55-EA46-13B56216E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2F818-4C48-D1F3-92FF-9587A209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7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A35A-8624-D355-00A3-6FF22758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62282-666F-A5A3-2B89-67A928E79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19CDA-341D-7F9C-214D-16B55992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A999D-28B5-6E18-242F-1E41F02F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7897E-1E35-5531-E13A-53EF9C3A5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4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A4F1-4A5C-6CE3-914C-DF41C236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EA423-F10C-827E-0386-EA8EBDDAA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28EA9-0CA6-BCD3-DA5A-3F0194F5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82A12-951F-FC1F-22B4-8B6B79B7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DE09A-8C8D-2971-D83B-36E68E5F7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8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D7F79-D64B-D9D9-C025-1574A6F4A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4FD30-9CC1-837A-7F08-9B504379B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DBDA2-0E4B-AAB8-3966-4A186FA47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89693-1518-E010-56EB-C3E518A5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9EE0C-1F72-31F3-C1C1-4366142E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F4C14-C69C-8F47-1E2D-8357E413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0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CCF0-B2B3-F08D-7B5F-A010778B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F4126-E669-F73D-FB4B-79C48E8A1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B2E0D-25C0-8292-8CD1-6B33F61A9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0B481-D3CB-DE01-2995-A44D4C211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C552-5E53-5399-2AD7-32E84C5E5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EE989-DDA4-8187-A1B6-F2630B55C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B6E150-444E-6F99-E443-3913ECDC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362CE-DB35-EDBD-31C4-14610645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9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FF1D-7FD1-514A-FE28-48155E65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04B71-18A7-BE46-062E-2F753BF8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FD419-D249-C079-96E2-46C4001D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1FAEE-560E-73B4-C458-EE03120D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C9ABD-C7F0-02F0-D426-B0FF6FA2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17D44-A2EC-22AA-5F2E-F4288CB4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A641D-A084-977D-0686-8D70BBF0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3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93F01-CD51-8CBE-9440-A52239599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7074B-DF91-0704-4BAD-D42D0C9A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A8609-E9F5-208B-71CC-44D614016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97727-CF2A-CAC1-D70A-F5865243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938EF-D661-DA1A-FEE6-FE0E3ED8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A4657-FD66-DAE6-08E6-5D3182F8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2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291A-64CD-DB18-A1BF-8A0B5343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5E7D3-012A-F472-4D02-DE9C1F00A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BC906-8F51-523B-B07A-2E7C55E38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0E6B7-FCE1-C4BD-CEC6-1CCEECC0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A209E-27FE-0773-7C4B-CEBC92522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13814-322F-88AC-BDFA-4E9EC995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36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4D9B5-2638-5040-37C6-CD014F41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1194C-40E5-7A0D-FFD2-DAD51A052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26188-7928-3BE0-412F-E27136C3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744D5-E27A-809A-1AF7-3D31456A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B6A23-2053-DD65-E19A-BE22691F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4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9525B-3420-FB6E-7D10-4B3DB04C0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BBA8D-368E-2CDA-7AC7-7924B2D11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CF1A3-4C98-9C3A-FA9B-59C7069F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0A251-EFE5-5BB7-90F3-0DACFB93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FBE6F-AB22-5891-6017-1E9064328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59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2AD6F-2AC8-CA1D-9C34-762876730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0CC94-214D-8020-A83A-0DA53DAB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AA69D-ACEE-37E5-A737-5AE12982D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B803D-B7F2-D14C-A011-15F9D3AF074C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AC866-39B1-E8F8-D62A-457ED4D09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DAEA5-89BC-3D88-3667-A188500E1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3E25E-D229-E84A-84DD-83D9D801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1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D27A-D36D-591D-29F0-1F0470E62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697" y="1"/>
            <a:ext cx="11866174" cy="662151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3C1053"/>
                </a:solidFill>
              </a:rPr>
              <a:t>AI News Agentic System: Automated News Curation &amp; Summarization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AB4D92-3FC9-B632-F5B4-8F49A5DB6023}"/>
              </a:ext>
            </a:extLst>
          </p:cNvPr>
          <p:cNvCxnSpPr>
            <a:cxnSpLocks/>
          </p:cNvCxnSpPr>
          <p:nvPr/>
        </p:nvCxnSpPr>
        <p:spPr>
          <a:xfrm>
            <a:off x="6096000" y="1234305"/>
            <a:ext cx="0" cy="551248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4BA938-9A6D-DA2E-F533-38B84A110683}"/>
              </a:ext>
            </a:extLst>
          </p:cNvPr>
          <p:cNvCxnSpPr>
            <a:cxnSpLocks/>
          </p:cNvCxnSpPr>
          <p:nvPr/>
        </p:nvCxnSpPr>
        <p:spPr>
          <a:xfrm>
            <a:off x="199697" y="4056990"/>
            <a:ext cx="11866174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B28D7F-884C-C5FA-A457-A97E6B230ACA}"/>
              </a:ext>
            </a:extLst>
          </p:cNvPr>
          <p:cNvSpPr txBox="1"/>
          <p:nvPr/>
        </p:nvSpPr>
        <p:spPr>
          <a:xfrm>
            <a:off x="1597571" y="1234305"/>
            <a:ext cx="280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3C1053"/>
                </a:solidFill>
              </a:rPr>
              <a:t>Background &amp; Motivation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D7ED3-843C-E9FE-53A0-EE4768B01EFA}"/>
              </a:ext>
            </a:extLst>
          </p:cNvPr>
          <p:cNvSpPr txBox="1"/>
          <p:nvPr/>
        </p:nvSpPr>
        <p:spPr>
          <a:xfrm>
            <a:off x="1402686" y="4121189"/>
            <a:ext cx="319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3C1053"/>
                </a:solidFill>
              </a:rPr>
              <a:t>Possible Technical Approach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E22DC1-B519-24C1-2BCC-5C083F1A1019}"/>
              </a:ext>
            </a:extLst>
          </p:cNvPr>
          <p:cNvSpPr txBox="1"/>
          <p:nvPr/>
        </p:nvSpPr>
        <p:spPr>
          <a:xfrm>
            <a:off x="8133998" y="1234305"/>
            <a:ext cx="2284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3C1053"/>
                </a:solidFill>
              </a:rPr>
              <a:t>Data and Resources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F5EAA2-693E-A3E6-6AAB-541DCA45C316}"/>
              </a:ext>
            </a:extLst>
          </p:cNvPr>
          <p:cNvSpPr txBox="1"/>
          <p:nvPr/>
        </p:nvSpPr>
        <p:spPr>
          <a:xfrm>
            <a:off x="8091137" y="4121189"/>
            <a:ext cx="237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3C1053"/>
                </a:solidFill>
              </a:rPr>
              <a:t>Impact &amp; References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6E11F8-EFE4-D1CC-FE77-A0829277FA45}"/>
              </a:ext>
            </a:extLst>
          </p:cNvPr>
          <p:cNvSpPr txBox="1"/>
          <p:nvPr/>
        </p:nvSpPr>
        <p:spPr>
          <a:xfrm>
            <a:off x="199697" y="573213"/>
            <a:ext cx="1186617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z="1100">
                <a:solidFill>
                  <a:srgbClr val="3C1053"/>
                </a:solidFill>
              </a:rPr>
              <a:t>Bottom Line Up Front: We propose an agentic AI system that autonomously fetches, summarizes, and delivers curated AI news using a multi-node LangGraph pipeline with Tavily search integration and Groq-hosted LLMs, exposed through an interactive Streamlit interface.</a:t>
            </a:r>
            <a:r>
              <a:rPr lang="en-US" dirty="0">
                <a:solidFill>
                  <a:srgbClr val="3C1053"/>
                </a:solidFill>
              </a:rPr>
              <a:t/>
            </a:r>
            <a:endParaRPr lang="en-US" b="1" dirty="0">
              <a:solidFill>
                <a:srgbClr val="3C1053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7F85D1-3D2E-7DF5-D01E-2A0296E23495}"/>
              </a:ext>
            </a:extLst>
          </p:cNvPr>
          <p:cNvSpPr txBox="1"/>
          <p:nvPr/>
        </p:nvSpPr>
        <p:spPr>
          <a:xfrm>
            <a:off x="48667" y="1667835"/>
            <a:ext cx="58982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latin typeface="Calibri"/>
              </a:rPr>
              <a:t>• AI news is scattered across hundreds of sources; professionals waste significant time manually scanning for relevant updates.
• Traditional RSS feeds and news aggregators lack intelligent filtering and summarization capabilities.
• LLM-powered agentic systems can automate the full pipeline — search, filter, summarize, and deliver — reducing information overload.
• This project is motivated by the need for a hands-free, reliable AI news briefing tool for researchers and practitioners.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B0F8D2-8DE5-4972-DA09-5FC9752E8B14}"/>
              </a:ext>
            </a:extLst>
          </p:cNvPr>
          <p:cNvSpPr txBox="1"/>
          <p:nvPr/>
        </p:nvSpPr>
        <p:spPr>
          <a:xfrm>
            <a:off x="48667" y="4490520"/>
            <a:ext cx="589825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latin typeface="Calibri"/>
              </a:rPr>
              <a:t>• Agentic Architecture: LangGraph-based stateful graph with three specialized nodes — fetch_news, summarize_news, save_result — connected via directed edges.
• Tool Integration: Tavily search tool bound to chatbot nodes using LangGraph's ToolNode and tools_condition for conditional routing.
• Prompting Strategy: ChatPromptTemplate with structured system prompts enforcing Markdown output format with dates, summaries, and source URLs.
• Three Use Cases: (1) Basic Chatbot, (2) Web-augmented Chatbot with search tools, (3) AI News pipeline with automated curation.
• User Interface: Streamlit web app with sidebar controls for model selection, API key input, and time-frame filtering.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88EBE6-7388-3DE2-433D-D2EDCC106706}"/>
              </a:ext>
            </a:extLst>
          </p:cNvPr>
          <p:cNvSpPr txBox="1"/>
          <p:nvPr/>
        </p:nvSpPr>
        <p:spPr>
          <a:xfrm>
            <a:off x="6290900" y="4490520"/>
            <a:ext cx="58982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latin typeface="Calibri"/>
              </a:rPr>
              <a:t>• Demonstrates production-ready agentic patterns: tool orchestration, stateful graph execution, and multi-step reasoning.
• Saves 30–60 min/day for AI practitioners needing curated briefings.
• Extensible to other domains (finance, healthcare, legal news).
References:
• LangGraph Documentation. (2024). LangChain. https://langchain-ai.github.io/langgraph/
• Tavily AI Search API. (2024). https://tavily.com/
• Groq Cloud. (2024). https://console.groq.com/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89E786-E238-2D31-56BC-0DA00EB48F34}"/>
              </a:ext>
            </a:extLst>
          </p:cNvPr>
          <p:cNvSpPr txBox="1"/>
          <p:nvPr/>
        </p:nvSpPr>
        <p:spPr>
          <a:xfrm>
            <a:off x="6327009" y="1617559"/>
            <a:ext cx="58163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latin typeface="Calibri"/>
              </a:rPr>
              <a:t>• Tavily Search API: Real-time web search with news-specific filtering (daily, weekly, monthly time ranges, up to 20 results per query).
• Groq Cloud API: Fast LLM inference using Llama 3 (8B, 70B) and Gemma 2 models for summarization.
• All data is fetched live from public web sources via Tavily; no pre-collected datasets are required.
• Output stored as structured Markdown files for easy consumption.</a:t>
            </a:r>
          </a:p>
        </p:txBody>
      </p:sp>
    </p:spTree>
    <p:extLst>
      <p:ext uri="{BB962C8B-B14F-4D97-AF65-F5344CB8AC3E}">
        <p14:creationId xmlns:p14="http://schemas.microsoft.com/office/powerpoint/2010/main" val="1350044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241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Proposed Project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M Ghawaly</dc:creator>
  <cp:lastModifiedBy>James M Ghawaly Jr.</cp:lastModifiedBy>
  <cp:revision>2</cp:revision>
  <dcterms:created xsi:type="dcterms:W3CDTF">2025-03-26T15:51:53Z</dcterms:created>
  <dcterms:modified xsi:type="dcterms:W3CDTF">2025-09-13T01:04:11Z</dcterms:modified>
</cp:coreProperties>
</file>